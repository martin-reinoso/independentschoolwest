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1B6B6-B254-AD06-0FEF-464809550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81D382-9347-468F-5EE4-A18F17D7F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7685E-6C8B-439F-B0AB-8FB94203108F}" type="datetimeFigureOut">
              <a:rPr lang="en-AU" smtClean="0"/>
              <a:t>21/05/2026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1A3BD-C0C7-4C8E-D684-3408303F6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FAF8D4-863E-7203-C975-823ADDB00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01F8A-D718-4FD8-88E8-C198AB492D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23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750962-6965-1E75-6C17-253E63F90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C3B99-A919-80C3-E2E5-1364691C6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AE761-9369-F213-6A61-C3BF054F8A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7685E-6C8B-439F-B0AB-8FB94203108F}" type="datetimeFigureOut">
              <a:rPr lang="en-AU" smtClean="0"/>
              <a:t>21/05/2026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25114-ECF3-7100-D3B9-7881F4E5DC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A9F9F-F249-A2C8-4147-991AF1C42F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01F8A-D718-4FD8-88E8-C198AB492D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24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50BCDF0-9F65-D847-45BF-D6886162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AU" sz="4000" b="1">
                <a:solidFill>
                  <a:srgbClr val="F3EDDF"/>
                </a:solidFill>
                <a:latin typeface="Trajan Pro" panose="02020502050506020301" pitchFamily="18" charset="0"/>
              </a:rPr>
            </a:br>
            <a:r>
              <a:rPr lang="en-AU" sz="1050" b="1">
                <a:solidFill>
                  <a:srgbClr val="F3EDDF"/>
                </a:solidFill>
                <a:latin typeface="Trajan Pro" panose="02020502050506020301" pitchFamily="18" charset="0"/>
              </a:rPr>
              <a:t> </a:t>
            </a:r>
            <a:br>
              <a:rPr lang="en-AU" sz="4000" b="1">
                <a:solidFill>
                  <a:srgbClr val="F3EDDF"/>
                </a:solidFill>
                <a:latin typeface="Trajan Pro" panose="02020502050506020301" pitchFamily="18" charset="0"/>
              </a:rPr>
            </a:br>
            <a:r>
              <a:rPr lang="en-AU" sz="3200">
                <a:solidFill>
                  <a:srgbClr val="F3EDDF"/>
                </a:solidFill>
                <a:latin typeface="Trajan Pro" panose="02020502050506020301" pitchFamily="18" charset="0"/>
              </a:rPr>
              <a:t>Project information session</a:t>
            </a:r>
            <a:endParaRPr lang="en-AU" sz="4000" dirty="0">
              <a:solidFill>
                <a:srgbClr val="F3EDDF"/>
              </a:solidFill>
              <a:latin typeface="Trajan Pro" panose="02020502050506020301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4FCB19-CAB0-5513-3DD7-44DE69E03E1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106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4FBCBA2-4DB5-E6B9-BA8D-522A6C273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4400">
                <a:solidFill>
                  <a:srgbClr val="F3EDDF"/>
                </a:solidFill>
                <a:latin typeface="Trajan Pro" panose="02020502050506020301" pitchFamily="18" charset="0"/>
              </a:rPr>
              <a:t>Agenda</a:t>
            </a: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F36C35-1FDD-6253-A3CC-BD69A762100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352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FE90A95-4BFB-3B27-DFC1-D229BF228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sz="11500">
                <a:solidFill>
                  <a:srgbClr val="F3EDDF"/>
                </a:solidFill>
                <a:latin typeface="Trajan Pro" panose="02020502050506020301" pitchFamily="18" charset="0"/>
              </a:rPr>
              <a:t>amilies</a:t>
            </a:r>
            <a:endParaRPr lang="en-AU" sz="8000" dirty="0">
              <a:solidFill>
                <a:srgbClr val="F3EDDF"/>
              </a:solidFill>
              <a:latin typeface="Trajan Pro" panose="02020502050506020301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93DB45-3491-1056-D065-51A56860F53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029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D7131C9-EEE4-49DE-2868-7DF795983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sz="6000">
                <a:solidFill>
                  <a:srgbClr val="F3EDDF"/>
                </a:solidFill>
                <a:latin typeface="Trajan Pro" panose="02020502050506020301" pitchFamily="18" charset="0"/>
              </a:rPr>
              <a:t>History</a:t>
            </a:r>
            <a:endParaRPr lang="en-AU" sz="4400" dirty="0">
              <a:solidFill>
                <a:srgbClr val="F3EDDF"/>
              </a:solidFill>
              <a:latin typeface="Trajan Pro" panose="02020502050506020301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590182-8393-F571-9EFA-7CA6DD75BDC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397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C63D86F-31BF-2EFF-8222-EA33E789B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AU" sz="4400">
                <a:solidFill>
                  <a:srgbClr val="F3EDDF"/>
                </a:solidFill>
                <a:latin typeface="Trajan Pro" panose="02020502050506020301" pitchFamily="18" charset="0"/>
              </a:rPr>
              <a:t>Vision</a:t>
            </a:r>
            <a:endParaRPr lang="en-AU" sz="3200" dirty="0">
              <a:solidFill>
                <a:srgbClr val="F3EDDF"/>
              </a:solidFill>
              <a:latin typeface="Trajan Pro" panose="02020502050506020301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BF1C74-53FA-DCA2-E698-6A928924E70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314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B828C74-FF47-1A15-C915-7C85558D6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sz="11500">
                <a:solidFill>
                  <a:srgbClr val="F3EDDF"/>
                </a:solidFill>
                <a:latin typeface="Trajan Pro" panose="02020502050506020301" pitchFamily="18" charset="0"/>
              </a:rPr>
              <a:t>amilies</a:t>
            </a:r>
            <a:endParaRPr lang="en-AU" sz="8000" dirty="0">
              <a:solidFill>
                <a:srgbClr val="F3EDDF"/>
              </a:solidFill>
              <a:latin typeface="Trajan Pro" panose="02020502050506020301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B75FFD-9A9B-EE9B-F168-FA48B0BFB33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341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9E2798C-15BC-50D9-2F36-0AB33EB22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272513-3B3F-1A11-104D-7BCBA703390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956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9F749DF-9AA4-DDA6-E20E-0161ADDA6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E2CB8D-CBBA-6CFA-6A25-295E1C0C4A3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977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18E2E67-E0D6-B882-0ECB-BFE7D33AC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sz="6000">
                <a:solidFill>
                  <a:srgbClr val="F3EDDF"/>
                </a:solidFill>
                <a:latin typeface="Trajan Pro" panose="02020502050506020301" pitchFamily="18" charset="0"/>
              </a:rPr>
              <a:t>Our new school</a:t>
            </a:r>
            <a:endParaRPr lang="en-AU" sz="4400" dirty="0">
              <a:solidFill>
                <a:srgbClr val="F3EDDF"/>
              </a:solidFill>
              <a:latin typeface="Trajan Pro" panose="02020502050506020301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7D812D-9353-8F26-7ECD-EA4BC094581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877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68C17E2-2E33-87DF-17B3-D75E19A0A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E406E7-9B93-A240-F0C4-EE26091D4EF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137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F9BEB77-AB7F-40F6-8694-DE420D7EA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A61A0C-E5C7-23B8-79E9-E759E8925D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375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7200FBD-5EE2-FCB8-2134-730DDD76D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FCBB19-63C1-1DCC-CC00-BE990CC3667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635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9C1A0F2-B24D-DA67-4921-6679E7E39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sz="6000">
                <a:solidFill>
                  <a:srgbClr val="F3EDDF"/>
                </a:solidFill>
                <a:latin typeface="Trajan Pro" panose="02020502050506020301" pitchFamily="18" charset="0"/>
              </a:rPr>
              <a:t>Location and</a:t>
            </a:r>
            <a:br>
              <a:rPr lang="en-AU" sz="6000">
                <a:solidFill>
                  <a:srgbClr val="F3EDDF"/>
                </a:solidFill>
                <a:latin typeface="Trajan Pro" panose="02020502050506020301" pitchFamily="18" charset="0"/>
              </a:rPr>
            </a:br>
            <a:r>
              <a:rPr lang="en-AU" sz="6000">
                <a:solidFill>
                  <a:srgbClr val="F3EDDF"/>
                </a:solidFill>
                <a:latin typeface="Trajan Pro" panose="02020502050506020301" pitchFamily="18" charset="0"/>
              </a:rPr>
              <a:t>land development</a:t>
            </a:r>
            <a:endParaRPr lang="en-AU" sz="4400" dirty="0">
              <a:solidFill>
                <a:srgbClr val="F3EDDF"/>
              </a:solidFill>
              <a:latin typeface="Trajan Pro" panose="02020502050506020301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F7C678-490D-06DA-05F4-76E6161323F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90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232224D-45AE-F2FB-3DE5-57348469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1782D3-6F00-988B-CD5E-38E5CA556E6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629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953504F-80BD-0CC3-E143-F181E2CE8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9561EA-B85B-F0C5-6941-C88446ECD7B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923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A97C58D-6C61-4792-195C-71DE9CCD8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0BCCA0-E872-4550-EDB3-97664C6E67F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680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6C89824-3ACC-8E12-213D-C7CB05EBA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8AFF51-4E2F-B81B-4593-2A5D0E8688F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155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00C7C4D-29B8-B699-5586-6FFF03F04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sz="6000">
                <a:solidFill>
                  <a:srgbClr val="F3EDDF"/>
                </a:solidFill>
                <a:latin typeface="Trajan Pro" panose="02020502050506020301" pitchFamily="18" charset="0"/>
              </a:rPr>
              <a:t>Fees</a:t>
            </a:r>
            <a:endParaRPr lang="en-AU" sz="4400" dirty="0">
              <a:solidFill>
                <a:srgbClr val="F3EDDF"/>
              </a:solidFill>
              <a:latin typeface="Trajan Pro" panose="02020502050506020301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E0E122-BCBC-4413-A2DE-2EA33E8BCBC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321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E3107FC-306A-9BF4-D69A-3472768B4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sz="6000">
                <a:solidFill>
                  <a:srgbClr val="F3EDDF"/>
                </a:solidFill>
                <a:latin typeface="Trajan Pro" panose="02020502050506020301" pitchFamily="18" charset="0"/>
              </a:rPr>
              <a:t>Formation</a:t>
            </a:r>
            <a:br>
              <a:rPr lang="en-AU" sz="6000">
                <a:solidFill>
                  <a:srgbClr val="F3EDDF"/>
                </a:solidFill>
                <a:latin typeface="Trajan Pro" panose="02020502050506020301" pitchFamily="18" charset="0"/>
              </a:rPr>
            </a:br>
            <a:r>
              <a:rPr lang="en-AU" sz="3200">
                <a:solidFill>
                  <a:srgbClr val="F3EDDF"/>
                </a:solidFill>
                <a:latin typeface="Trajan Pro" panose="02020502050506020301" pitchFamily="18" charset="0"/>
              </a:rPr>
              <a:t>Human and spiritual</a:t>
            </a:r>
            <a:endParaRPr lang="en-AU" sz="4400" dirty="0">
              <a:solidFill>
                <a:srgbClr val="F3EDDF"/>
              </a:solidFill>
              <a:latin typeface="Trajan Pro" panose="02020502050506020301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6F0D79-B1E2-4506-655A-28AFB3F9746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389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5A9C22C-A89D-766E-C575-84E556904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E7BC5D-E6BA-62CF-7C54-14EFA165A5E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84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46233AD-25D0-F18B-C2B2-F07A34B74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sz="6000">
                <a:solidFill>
                  <a:srgbClr val="F3EDDF"/>
                </a:solidFill>
                <a:latin typeface="Trajan Pro" panose="02020502050506020301" pitchFamily="18" charset="0"/>
              </a:rPr>
              <a:t>Formation</a:t>
            </a:r>
            <a:br>
              <a:rPr lang="en-AU" sz="6000">
                <a:solidFill>
                  <a:srgbClr val="F3EDDF"/>
                </a:solidFill>
                <a:latin typeface="Trajan Pro" panose="02020502050506020301" pitchFamily="18" charset="0"/>
              </a:rPr>
            </a:br>
            <a:r>
              <a:rPr lang="en-AU" sz="3200">
                <a:solidFill>
                  <a:srgbClr val="F3EDDF"/>
                </a:solidFill>
                <a:latin typeface="Trajan Pro" panose="02020502050506020301" pitchFamily="18" charset="0"/>
              </a:rPr>
              <a:t>Human and spiritual</a:t>
            </a:r>
            <a:endParaRPr lang="en-AU" sz="4400" dirty="0">
              <a:solidFill>
                <a:srgbClr val="F3EDDF"/>
              </a:solidFill>
              <a:latin typeface="Trajan Pro" panose="02020502050506020301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00D9F5-822B-6B74-08F4-4C873144A5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837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1FD80BD-A520-9FF2-27ED-E96F7D571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181E7A-66A8-3E05-8ECC-216A9F8781B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8881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966D21D-FBB2-5EA2-DCFB-98018D104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5E7EF0-998C-7951-774A-ECA1106FF7D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4095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689A233-6340-0ADE-2A0B-C359F1FE8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BCAA44-17BC-C348-0543-5F89609BCED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228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9748159-4B7D-7F5C-E600-41FFA881F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sz="4400">
                <a:solidFill>
                  <a:srgbClr val="F3EDDF"/>
                </a:solidFill>
                <a:latin typeface="Trajan Pro" panose="02020502050506020301" pitchFamily="18" charset="0"/>
              </a:rPr>
              <a:t>Next event</a:t>
            </a:r>
            <a:endParaRPr lang="en-AU" sz="3200" dirty="0">
              <a:solidFill>
                <a:srgbClr val="F3EDDF"/>
              </a:solidFill>
              <a:latin typeface="Trajan Pro" panose="02020502050506020301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71D5C1-6C91-B3F8-EB3A-96B9FD19E1D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7537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99F4171-52F3-D672-508B-53E7CF4AB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sz="6000">
                <a:solidFill>
                  <a:srgbClr val="F3EDDF"/>
                </a:solidFill>
                <a:latin typeface="Trajan Pro" panose="02020502050506020301" pitchFamily="18" charset="0"/>
              </a:rPr>
              <a:t>Our new website</a:t>
            </a:r>
            <a:endParaRPr lang="en-AU" sz="4400" dirty="0">
              <a:solidFill>
                <a:srgbClr val="F3EDDF"/>
              </a:solidFill>
              <a:latin typeface="Trajan Pro" panose="02020502050506020301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E59BCC-C9E8-3518-60FA-109487D9099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6345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2BBD3A0-EF71-F417-5042-13CF408A6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sz="6000">
                <a:solidFill>
                  <a:srgbClr val="F3EDDF"/>
                </a:solidFill>
                <a:latin typeface="Trajan Pro" panose="02020502050506020301" pitchFamily="18" charset="0"/>
              </a:rPr>
              <a:t>Register your child</a:t>
            </a:r>
            <a:endParaRPr lang="en-AU" sz="4400" dirty="0">
              <a:solidFill>
                <a:srgbClr val="F3EDDF"/>
              </a:solidFill>
              <a:latin typeface="Trajan Pro" panose="02020502050506020301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94DF84-46B7-6780-89F8-874C7FB8647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2070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EE05FB4-15C2-5CC1-45FE-6418BBF0D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43FDCF-E5BB-F663-2E1F-EED0829526D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1663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4EE3D66-20C2-9B1A-F277-750D65088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sz="8800">
                <a:solidFill>
                  <a:srgbClr val="F3EDDF"/>
                </a:solidFill>
                <a:latin typeface="Trajan Pro" panose="02020502050506020301" pitchFamily="18" charset="0"/>
              </a:rPr>
              <a:t>Q+A</a:t>
            </a:r>
            <a:endParaRPr lang="en-AU" sz="6600" dirty="0">
              <a:solidFill>
                <a:srgbClr val="F3EDDF"/>
              </a:solidFill>
              <a:latin typeface="Trajan Pro" panose="02020502050506020301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66B66B-1715-B47F-BCB8-48CB06E85A3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5447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DC7D8CA-31EA-E0B4-62C5-49AAB79D4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sz="8800">
                <a:solidFill>
                  <a:srgbClr val="F3EDDF"/>
                </a:solidFill>
                <a:latin typeface="Trajan Pro" panose="02020502050506020301" pitchFamily="18" charset="0"/>
              </a:rPr>
              <a:t>Q+A</a:t>
            </a:r>
            <a:endParaRPr lang="en-AU" sz="6600" dirty="0">
              <a:solidFill>
                <a:srgbClr val="F3EDDF"/>
              </a:solidFill>
              <a:latin typeface="Trajan Pro" panose="02020502050506020301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649A1D-0DC5-C07A-48CA-7D9707A5BC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1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Widescreen</PresentationFormat>
  <Paragraphs>16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Trajan Pro</vt:lpstr>
      <vt:lpstr>Office Theme</vt:lpstr>
      <vt:lpstr>   Project information session</vt:lpstr>
      <vt:lpstr>Agenda</vt:lpstr>
      <vt:lpstr>amilies</vt:lpstr>
      <vt:lpstr>History</vt:lpstr>
      <vt:lpstr>Vision</vt:lpstr>
      <vt:lpstr>amilies</vt:lpstr>
      <vt:lpstr>PowerPoint Presentation</vt:lpstr>
      <vt:lpstr>PowerPoint Presentation</vt:lpstr>
      <vt:lpstr>Our new school</vt:lpstr>
      <vt:lpstr>PowerPoint Presentation</vt:lpstr>
      <vt:lpstr>PowerPoint Presentation</vt:lpstr>
      <vt:lpstr>PowerPoint Presentation</vt:lpstr>
      <vt:lpstr>Location and land development</vt:lpstr>
      <vt:lpstr>PowerPoint Presentation</vt:lpstr>
      <vt:lpstr>PowerPoint Presentation</vt:lpstr>
      <vt:lpstr>PowerPoint Presentation</vt:lpstr>
      <vt:lpstr>PowerPoint Presentation</vt:lpstr>
      <vt:lpstr>Fees</vt:lpstr>
      <vt:lpstr>Formation Human and spiritual</vt:lpstr>
      <vt:lpstr>PowerPoint Presentation</vt:lpstr>
      <vt:lpstr>Formation Human and spiritual</vt:lpstr>
      <vt:lpstr>PowerPoint Presentation</vt:lpstr>
      <vt:lpstr>PowerPoint Presentation</vt:lpstr>
      <vt:lpstr>PowerPoint Presentation</vt:lpstr>
      <vt:lpstr>Next event</vt:lpstr>
      <vt:lpstr>Our new website</vt:lpstr>
      <vt:lpstr>Register your child</vt:lpstr>
      <vt:lpstr>PowerPoint Presentation</vt:lpstr>
      <vt:lpstr>Q+A</vt:lpstr>
      <vt:lpstr>Q+A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Halloran</dc:creator>
  <cp:lastModifiedBy>Thomas Halloran</cp:lastModifiedBy>
  <cp:revision>1</cp:revision>
  <dcterms:created xsi:type="dcterms:W3CDTF">2026-05-21T06:25:01Z</dcterms:created>
  <dcterms:modified xsi:type="dcterms:W3CDTF">2026-05-21T06:25:02Z</dcterms:modified>
</cp:coreProperties>
</file>